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y-first-project/assets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3774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自動配置ツール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46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取扱説明書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114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 → 台本 → 素材を入れて「スタート」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1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DaVinci Resolve にタイムラインが自動でできあがります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2026年9月版</a:t>
            </a:r>
            <a:endParaRPr lang="en-US" sz="1200" dirty="0"/>
          </a:p>
        </p:txBody>
      </p:sp>
      <p:pic>
        <p:nvPicPr>
          <p:cNvPr id="7" name="Image 1" descr="/home/user/my-first-project/tools/manual/shots/story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822960"/>
            <a:ext cx="4480560" cy="273405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pic>
        <p:nvPicPr>
          <p:cNvPr id="8" name="Image 2" descr="/home/user/my-first-project/tools/manual/shots/telop_exam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3794760"/>
            <a:ext cx="1600200" cy="2843784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このツールでできること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台本のシーン順に、素材・テロップ・音をタイムラインへ自動で並べます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949440" cy="3703320"/>
          </a:xfrm>
          <a:prstGeom prst="roundRect">
            <a:avLst>
              <a:gd name="adj" fmla="val 296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できあがるタイムライン（イメージ）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 テロップ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2514600"/>
            <a:ext cx="5120640" cy="420624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67128" y="2560320"/>
            <a:ext cx="1192378" cy="329184"/>
          </a:xfrm>
          <a:prstGeom prst="roundRect">
            <a:avLst>
              <a:gd name="adj" fmla="val 1388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6082" y="2560320"/>
            <a:ext cx="1141171" cy="329184"/>
          </a:xfrm>
          <a:prstGeom prst="roundRect">
            <a:avLst>
              <a:gd name="adj" fmla="val 1388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3829" y="2560320"/>
            <a:ext cx="1243584" cy="329184"/>
          </a:xfrm>
          <a:prstGeom prst="roundRect">
            <a:avLst>
              <a:gd name="adj" fmla="val 1388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3989" y="2560320"/>
            <a:ext cx="1397203" cy="329184"/>
          </a:xfrm>
          <a:prstGeom prst="roundRect">
            <a:avLst>
              <a:gd name="adj" fmla="val 13889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04495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V1 動画・画像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48840" y="3044952"/>
            <a:ext cx="5120640" cy="420624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7128" y="3090672"/>
            <a:ext cx="1192378" cy="329184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6082" y="3090672"/>
            <a:ext cx="1141171" cy="329184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3829" y="3090672"/>
            <a:ext cx="629107" cy="329184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3090672"/>
            <a:ext cx="577901" cy="329184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3989" y="3090672"/>
            <a:ext cx="1397203" cy="329184"/>
          </a:xfrm>
          <a:prstGeom prst="roundRect">
            <a:avLst>
              <a:gd name="adj" fmla="val 1388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57530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 ナレーション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48840" y="3575304"/>
            <a:ext cx="5120640" cy="420624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7128" y="3621024"/>
            <a:ext cx="5084064" cy="329184"/>
          </a:xfrm>
          <a:prstGeom prst="roundRect">
            <a:avLst>
              <a:gd name="adj" fmla="val 13889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056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A2 BGM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4105656"/>
            <a:ext cx="5120640" cy="420624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67128" y="4151376"/>
            <a:ext cx="5084064" cy="329184"/>
          </a:xfrm>
          <a:prstGeom prst="roundRect">
            <a:avLst>
              <a:gd name="adj" fmla="val 1388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6360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A3 効果音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48840" y="4636008"/>
            <a:ext cx="5120640" cy="420624"/>
          </a:xfrm>
          <a:prstGeom prst="rect">
            <a:avLst/>
          </a:prstGeom>
          <a:solidFill>
            <a:srgbClr val="E7EBF1"/>
          </a:solidFill>
          <a:ln w="12700">
            <a:solidFill>
              <a:srgbClr val="E7EB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67128" y="4681728"/>
            <a:ext cx="219456" cy="329184"/>
          </a:xfrm>
          <a:prstGeom prst="roundRect">
            <a:avLst>
              <a:gd name="adj" fmla="val 20833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46750" y="4681728"/>
            <a:ext cx="270662" cy="329184"/>
          </a:xfrm>
          <a:prstGeom prst="roundRect">
            <a:avLst>
              <a:gd name="adj" fmla="val 16892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67128" y="22402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86584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96082" y="22402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15538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3829" y="22402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793285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3989" y="224028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73445" y="22128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S04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074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はシーンの頭に付くマーカー（名前＝シーン番号）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A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自動でやること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20574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読み上げに合わせてシーンを切り替え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動画が短いときは最後の画面で埋める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テロップを Text+ で V2 に置く（直せる）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BGM・効果音を置く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縦長 1080×1920・30fps で作る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4251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484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人がやること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7955280" y="46634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最後の確認（再生して見る）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音量の調整・テロップの色分けなどの仕上げ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" y="5577840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1520" y="5687568"/>
            <a:ext cx="107899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既存のタイムラインは変更しません。実行するたびに「動画名_日付_時刻」の新しいタイムラインが増えます。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動画ができるまでの流れ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毎回この5ステップ。②〜④はアプリの中で進めます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絵コンテを作る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今までどおり PNG で作成。ナレーション・テロップ・素材名を書く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p.6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33832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A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16352" y="19202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4952" y="2194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4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台本に変換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044952" y="3657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アプリの「絵コンテ画像から作る」で PNG を読み込み、文字を確認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44952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p.7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33832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A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84064" y="19202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2664" y="2194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1266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40" dirty="0"/>
          </a:p>
        </p:txBody>
      </p:sp>
      <p:sp>
        <p:nvSpPr>
          <p:cNvPr id="21" name="Text 19"/>
          <p:cNvSpPr txBox="1"/>
          <p:nvPr/>
        </p:nvSpPr>
        <p:spPr>
          <a:xfrm>
            <a:off x="5312664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ナレーション音声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312664" y="3657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台本の文章を ElevenLabs などで読み上げて1本の音声に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12664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p.9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33832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A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51776" y="19202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0376" y="2194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037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40" dirty="0"/>
          </a:p>
        </p:txBody>
      </p:sp>
      <p:sp>
        <p:nvSpPr>
          <p:cNvPr id="28" name="Text 26"/>
          <p:cNvSpPr txBox="1"/>
          <p:nvPr/>
        </p:nvSpPr>
        <p:spPr>
          <a:xfrm>
            <a:off x="7580376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素材を入れてスタート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580376" y="3657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動画・画像・BGM・効果音を入れて「▶ スタート」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580376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p.10-12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436608" y="338328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AE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19488" y="1920240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48088" y="21945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4808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2040" dirty="0"/>
          </a:p>
        </p:txBody>
      </p:sp>
      <p:sp>
        <p:nvSpPr>
          <p:cNvPr id="35" name="Text 33"/>
          <p:cNvSpPr txBox="1"/>
          <p:nvPr/>
        </p:nvSpPr>
        <p:spPr>
          <a:xfrm>
            <a:off x="9848088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で確認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9848088" y="36576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再生してチェック。音量などを仕上げて完成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848088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p.13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577840"/>
            <a:ext cx="11155680" cy="640080"/>
          </a:xfrm>
          <a:prstGeom prst="roundRect">
            <a:avLst>
              <a:gd name="adj" fmla="val 17143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568756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時間のめやす：準備 10分 ＋ 処理（音声1分あたり約2分）。処理中は待つだけです。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最初の準備（1回だけ）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新しいパソコンや更新のあとに行います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最新版と部品を入れる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PowerShell で1行ずつ貼り付けて Enter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659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デスクトップにアイコン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フォルダの「ショートカット作成.bat」をダブルクリック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96596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キーを用意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絵コンテ画像の読み取りに使う（次のページ）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1520" y="329184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401568"/>
            <a:ext cx="28346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"G:\@Auto_Davinch-Cloude"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claude/claude-md-phase-0-qxn5wu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.\run.bat -m pip install -r requirements.txt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最後に「Successfully installed」か「already satisfied」と出れば OK</a:t>
            </a:r>
            <a:endParaRPr lang="en-US" sz="1150" dirty="0"/>
          </a:p>
        </p:txBody>
      </p:sp>
      <p:pic>
        <p:nvPicPr>
          <p:cNvPr id="22" name="Image 0" descr="/home/user/my-first-project/assets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3200400"/>
            <a:ext cx="1097280" cy="10972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754880" y="4343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Resolve自動配置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800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次からはこのアイコンを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ダブルクリックするだけ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412480" y="324612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4964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sk-ant-api03-••••••••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40690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キーは初回の読み取り時にアプリが聞いてきます。一度入れれば覚えています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 キーの作り方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絵コンテ画像の読み取り（AI）に使います。1回 数円〜十数円程度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console.anthropic.com を開く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アカウントがなければ作成してログイン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328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クレジットを購入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98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「Billing」から。最低 5 ドル程度で十分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015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キーを作る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67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「API Keys」→「Create Key」。名前は自由（例: resolve）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7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70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キーをコピー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36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sk-ant- で始まる文字。画面を閉じると二度と見られないので注意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87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138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アプリに貼る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504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「絵コンテ画像から作る…」を初めて押したときの画面に貼り付けて OK</a:t>
            </a:r>
            <a:endParaRPr lang="en-US" sz="1250" dirty="0"/>
          </a:p>
        </p:txBody>
      </p:sp>
      <p:pic>
        <p:nvPicPr>
          <p:cNvPr id="24" name="Image 0" descr="/home/user/my-first-project/tools/manual/shots/app_api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212080" cy="479145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25" name="Shape 22"/>
          <p:cNvSpPr/>
          <p:nvPr/>
        </p:nvSpPr>
        <p:spPr>
          <a:xfrm>
            <a:off x="548640" y="6080760"/>
            <a:ext cx="5577840" cy="502920"/>
          </a:xfrm>
          <a:prstGeom prst="roundRect">
            <a:avLst>
              <a:gd name="adj" fmla="val 21818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6190488"/>
            <a:ext cx="5212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キーはパスワードと同じ。人に見せたり、SNS に載せたりしないでください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絵コンテの書き方のルール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各カットに「素材ファイル名」の欄を作り、下の名前で書きます</a:t>
            </a:r>
            <a:endParaRPr lang="en-US" sz="1400" dirty="0"/>
          </a:p>
        </p:txBody>
      </p:sp>
      <p:pic>
        <p:nvPicPr>
          <p:cNvPr id="4" name="Image 0" descr="/home/user/my-first-project/tools/manual/shots/story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035040" cy="3685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949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例：samples\絵コンテ_iPhone\絵コンテ_修正版.png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645920"/>
          <a:ext cx="4800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630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名前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動画・画像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M01, M02 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カット番号と同じ数字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1カットに複数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M03_1, M03_2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ナレーションを [1][2] で分ける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テロップ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S01, S02 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画面の見出し文字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K01, K02 …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使うカットにだけ書く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BGM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BGM1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動画全体で1曲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0" y="4663440"/>
            <a:ext cx="4800600" cy="1005840"/>
          </a:xfrm>
          <a:prstGeom prst="roundRect">
            <a:avLst>
              <a:gd name="adj" fmla="val 10909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040880" y="4773168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ナレーション欄は「読み上げる文章そのもの」を書きます。この文章が台本になり、音声とも一致させます。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絵コンテ画像から台本を作る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PNG を選ぶだけで、AI が台本の文字に変換します</a:t>
            </a:r>
            <a:endParaRPr lang="en-US" sz="1400" dirty="0"/>
          </a:p>
        </p:txBody>
      </p:sp>
      <p:pic>
        <p:nvPicPr>
          <p:cNvPr id="4" name="Image 0" descr="/home/user/my-first-project/tools/manual/shots/app_stor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03520" cy="488289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1664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「絵コンテ画像から作る…」を押す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0391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 ② 台本 の欄にあるボタン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624328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7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5968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絵コンテの PNG を選ぶ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29718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複数ページなら Ctrl を押しながら全部選ぶ（名前順に読みます）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3557016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7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30秒〜1分待つ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39044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の欄に台本が入ります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4489704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4489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87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44622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「直した箇所」を確認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95160" y="48371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崩れた文字を AI が直した所が一覧で出ます。違っていれば ② で直接修正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5486400"/>
            <a:ext cx="5349240" cy="914400"/>
          </a:xfrm>
          <a:prstGeom prst="roundRect">
            <a:avLst>
              <a:gd name="adj" fmla="val 12000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5596128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の変換は完璧ではありません。特にナレーションの文章は必ず目で確認してください（音声と合わないと、切り替え位置がずれます）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台本の書き方（自分で直すとき）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の欄に書く文字のルール。AI で作った台本もこの形になっています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55648"/>
            <a:ext cx="5486400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動画：M01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テロップ：ついに、想像を超えた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テロップ：iPhoneが来る。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効果音：K01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ついに、私たちの想像を超えたiPhoneがやって来ます。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S03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テロップ：シーン全体に出す文字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最初の部分のナレーション。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効果音：K02 +1.5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次の部分のナレーション。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69164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12280" y="16916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16916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シーンの区切り（必須）。S＋2桁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75120" y="242316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24231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テロップ：文字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49640" y="24231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1行＝画面の1行。見出しの直後ならシーン全体に出る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315468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315468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効果音：K01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49640" y="31546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シーンの頭で鳴らす。「+1.5」で1.5秒後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388620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388620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[2]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8862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1シーンで素材を切り替える位置（M03_1・M03_2 と対応）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461772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46177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メモ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46177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読み上げない。カメラの指示などを残せる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534924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53492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それ以外の行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53492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ナレーション（音声と同じ文章に）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ナレーション音声を作る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切り替え位置は「台本の文章」と「音声」を突き合わせて決まります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台本の文章をそのまま読ませる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の台本から、ナレーションの行だけをコピーして ElevenLabs などに入れる。テロップ・// の行は入れない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4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音声ファイルは1本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全シーン分を1本にまとめる。形式は mp3 / wav / m4a。ファイル名は自由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011680"/>
            <a:ext cx="548640" cy="54864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4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432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台本を直したら音声も作り直す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4747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文章が違うと切り替え位置がずれ、レポートに「信頼度が低い」と警告が出ます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600700"/>
            <a:ext cx="91440" cy="13716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" y="5385615"/>
            <a:ext cx="91440" cy="56733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5297914"/>
            <a:ext cx="91440" cy="742731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10996" y="5372415"/>
            <a:ext cx="91440" cy="593729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98448" y="5531111"/>
            <a:ext cx="91440" cy="27633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5551566"/>
            <a:ext cx="91440" cy="235429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73352" y="5544023"/>
            <a:ext cx="91440" cy="250513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0804" y="5587496"/>
            <a:ext cx="91440" cy="163567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48256" y="5543129"/>
            <a:ext cx="91440" cy="25230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35708" y="5597940"/>
            <a:ext cx="91440" cy="14268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23160" y="5450601"/>
            <a:ext cx="91440" cy="43735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10612" y="5323278"/>
            <a:ext cx="91440" cy="692005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98064" y="5328736"/>
            <a:ext cx="91440" cy="681089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85516" y="5492536"/>
            <a:ext cx="91440" cy="35348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72968" y="5475420"/>
            <a:ext cx="91440" cy="387719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60420" y="5313285"/>
            <a:ext cx="91440" cy="711991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47872" y="5312441"/>
            <a:ext cx="91440" cy="71367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35324" y="5448297"/>
            <a:ext cx="91440" cy="441965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22776" y="5594455"/>
            <a:ext cx="91440" cy="14965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0228" y="5523616"/>
            <a:ext cx="91440" cy="29132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5562604"/>
            <a:ext cx="91440" cy="21335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5132" y="5566671"/>
            <a:ext cx="91440" cy="205219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72584" y="5565293"/>
            <a:ext cx="91440" cy="207974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0036" y="5529164"/>
            <a:ext cx="91440" cy="28023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47488" y="5380768"/>
            <a:ext cx="91440" cy="577025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4940" y="5312595"/>
            <a:ext cx="91440" cy="71337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22392" y="5402762"/>
            <a:ext cx="91440" cy="53303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09844" y="5583456"/>
            <a:ext cx="91440" cy="171647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97296" y="5369724"/>
            <a:ext cx="91440" cy="59911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4748" y="5285432"/>
            <a:ext cx="91440" cy="76769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72200" y="5366677"/>
            <a:ext cx="91440" cy="605205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9652" y="5535502"/>
            <a:ext cx="91440" cy="267555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47104" y="5536065"/>
            <a:ext cx="91440" cy="26643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34556" y="5520606"/>
            <a:ext cx="91440" cy="29734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22008" y="5589378"/>
            <a:ext cx="91440" cy="159803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09460" y="5561206"/>
            <a:ext cx="91440" cy="21614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96912" y="5591176"/>
            <a:ext cx="91440" cy="156207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84364" y="5455510"/>
            <a:ext cx="91440" cy="4275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1816" y="5336526"/>
            <a:ext cx="91440" cy="665508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59268" y="5345844"/>
            <a:ext cx="91440" cy="64687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46720" y="5510143"/>
            <a:ext cx="91440" cy="318273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34172" y="5459109"/>
            <a:ext cx="91440" cy="42034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21624" y="5299736"/>
            <a:ext cx="91440" cy="739087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09076" y="5304142"/>
            <a:ext cx="91440" cy="730275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796528" y="5448578"/>
            <a:ext cx="91440" cy="441404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83980" y="5583375"/>
            <a:ext cx="91440" cy="171809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171432" y="5502942"/>
            <a:ext cx="91440" cy="33267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358884" y="5537669"/>
            <a:ext cx="91440" cy="26322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546336" y="5588247"/>
            <a:ext cx="91440" cy="162067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733788" y="5577034"/>
            <a:ext cx="91440" cy="184492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21240" y="5529739"/>
            <a:ext cx="91440" cy="279081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108692" y="5391660"/>
            <a:ext cx="91440" cy="55524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296144" y="5329267"/>
            <a:ext cx="91440" cy="68002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83596" y="5420870"/>
            <a:ext cx="91440" cy="496820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71048" y="5566533"/>
            <a:ext cx="91440" cy="205493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858500" y="5355367"/>
            <a:ext cx="91440" cy="62782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045952" y="5275323"/>
            <a:ext cx="91440" cy="787913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233404" y="5363587"/>
            <a:ext cx="91440" cy="611386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420856" y="5542223"/>
            <a:ext cx="91440" cy="254114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608308" y="5519032"/>
            <a:ext cx="91440" cy="300497"/>
          </a:xfrm>
          <a:prstGeom prst="rect">
            <a:avLst/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例：iPhone の台本（8シーン）→ 約43秒の音声1本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アプリ画面の見方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上から順に ①〜⑤ を埋めて「▶ スタート」</a:t>
            </a:r>
            <a:endParaRPr lang="en-US" sz="1400" dirty="0"/>
          </a:p>
        </p:txBody>
      </p:sp>
      <p:pic>
        <p:nvPicPr>
          <p:cNvPr id="4" name="Image 0" descr="/home/user/my-first-project/tools/manual/shots/app_fill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5516217" cy="50749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84632" y="1520389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632" y="15203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24" dirty="0"/>
          </a:p>
        </p:txBody>
      </p:sp>
      <p:sp>
        <p:nvSpPr>
          <p:cNvPr id="7" name="Shape 4"/>
          <p:cNvSpPr/>
          <p:nvPr/>
        </p:nvSpPr>
        <p:spPr>
          <a:xfrm>
            <a:off x="484632" y="2281627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" y="228162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24" dirty="0"/>
          </a:p>
        </p:txBody>
      </p:sp>
      <p:sp>
        <p:nvSpPr>
          <p:cNvPr id="9" name="Shape 6"/>
          <p:cNvSpPr/>
          <p:nvPr/>
        </p:nvSpPr>
        <p:spPr>
          <a:xfrm>
            <a:off x="484632" y="3274546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" y="32745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24" dirty="0"/>
          </a:p>
        </p:txBody>
      </p:sp>
      <p:sp>
        <p:nvSpPr>
          <p:cNvPr id="11" name="Shape 8"/>
          <p:cNvSpPr/>
          <p:nvPr/>
        </p:nvSpPr>
        <p:spPr>
          <a:xfrm>
            <a:off x="484632" y="3947524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" y="3947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24" dirty="0"/>
          </a:p>
        </p:txBody>
      </p:sp>
      <p:sp>
        <p:nvSpPr>
          <p:cNvPr id="13" name="Shape 10"/>
          <p:cNvSpPr/>
          <p:nvPr/>
        </p:nvSpPr>
        <p:spPr>
          <a:xfrm>
            <a:off x="484632" y="5105930"/>
            <a:ext cx="329184" cy="32918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" y="510593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24" dirty="0"/>
          </a:p>
        </p:txBody>
      </p:sp>
      <p:sp>
        <p:nvSpPr>
          <p:cNvPr id="15" name="Shape 12"/>
          <p:cNvSpPr/>
          <p:nvPr/>
        </p:nvSpPr>
        <p:spPr>
          <a:xfrm>
            <a:off x="6720840" y="1600200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3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動画の名前と保存先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19476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毎回「名前\日付_時刻」の新しいフォルダができる（前のは消えない）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20840" y="2587752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20840" y="2587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30" dirty="0"/>
          </a:p>
        </p:txBody>
      </p:sp>
      <p:sp>
        <p:nvSpPr>
          <p:cNvPr id="21" name="Text 18"/>
          <p:cNvSpPr txBox="1"/>
          <p:nvPr/>
        </p:nvSpPr>
        <p:spPr>
          <a:xfrm>
            <a:off x="7269480" y="25694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293522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絵コンテ画像から作る／貼り付ける／ファイルから読み込む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720840" y="3575304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20840" y="3575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3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35570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ナレーションと BGM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269480" y="392277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どちらもなくても OK（なしなら動画の長さ・動画の音声で並ぶ）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20840" y="4562856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0840" y="4562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3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素材と効果音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69480" y="491032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シーンごとに動画・画像を。効果音の行は台本から自動で出る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720840" y="5550408"/>
            <a:ext cx="411480" cy="4114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20840" y="5550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30" dirty="0"/>
          </a:p>
        </p:txBody>
      </p:sp>
      <p:sp>
        <p:nvSpPr>
          <p:cNvPr id="33" name="Text 30"/>
          <p:cNvSpPr txBox="1"/>
          <p:nvPr/>
        </p:nvSpPr>
        <p:spPr>
          <a:xfrm>
            <a:off x="7269480" y="5532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に並べる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269480" y="5897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プロジェクト名（なければ作る）→「▶ スタート」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素材・効果音の入れ方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「まとめて追加」なら、ファイル名を見て自動で振り分けます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入る場所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M01.mp4 / M01_オープニング.mp4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S01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M03_1.mp4 / M03_2.png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S03 の [1] / [2]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K01_ポン.wav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効果音 K01 の行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それ以外の名前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空いている行に、名前の順で上から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45920"/>
            <a:ext cx="4709160" cy="960120"/>
          </a:xfrm>
          <a:prstGeom prst="roundRect">
            <a:avLst>
              <a:gd name="adj" fmla="val 1142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78040" y="1755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1つずつ選ぶ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1214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表の行をダブルクリック → ファイルを選ぶ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49440" y="2788920"/>
            <a:ext cx="4709160" cy="960120"/>
          </a:xfrm>
          <a:prstGeom prst="roundRect">
            <a:avLst>
              <a:gd name="adj" fmla="val 1142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78040" y="2898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同じ素材を何シーンにも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2644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Shift を押しながら行を選び「選んだ行のファイルを選ぶ…」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949440" y="3931920"/>
            <a:ext cx="4709160" cy="960120"/>
          </a:xfrm>
          <a:prstGeom prst="roundRect">
            <a:avLst>
              <a:gd name="adj" fmla="val 1142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40416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入れ直す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44074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行を選んで「選んだ行から外す」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57200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681728"/>
            <a:ext cx="5669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赤い「（未選択）」が残っているとスタートできません。画面下に「準備ができました」と出たら OK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使える形式　動画：mp4 / mov　画像：png / jpg　音声：mp3 / wav / m4a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「▶ スタート」から完了まで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あとは待つだけ。進み具合は画面下の黒い欄に出ます</a:t>
            </a:r>
            <a:endParaRPr lang="en-US" sz="1400" dirty="0"/>
          </a:p>
        </p:txBody>
      </p:sp>
      <p:pic>
        <p:nvPicPr>
          <p:cNvPr id="4" name="Image 0" descr="/home/user/my-first-project/tools/manual/shots/app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03520" cy="488289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素材をフォルダにコピー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1691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数秒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2478024"/>
            <a:ext cx="457200" cy="457200"/>
          </a:xfrm>
          <a:prstGeom prst="ellipse">
            <a:avLst/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478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を起動・プロジェクトを開く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9692640" y="24780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〜1分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3264408"/>
            <a:ext cx="457200" cy="457200"/>
          </a:xfrm>
          <a:prstGeom prst="ellipse">
            <a:avLst/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読み上げとシーンの対応をとる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32644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音声1分あたり約2分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09360" y="4050792"/>
            <a:ext cx="457200" cy="457200"/>
          </a:xfrm>
          <a:prstGeom prst="ellipse">
            <a:avLst/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093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4050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テロップ・静止画の動画を作る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9692640" y="405079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数十秒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4837176"/>
            <a:ext cx="457200" cy="457200"/>
          </a:xfrm>
          <a:prstGeom prst="ellipse">
            <a:avLst/>
          </a:prstGeom>
          <a:solidFill>
            <a:srgbClr val="161B26"/>
          </a:solidFill>
          <a:ln w="12700">
            <a:solidFill>
              <a:srgbClr val="161B2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48371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に並べる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483717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数十秒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09360" y="57150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92240" y="5824728"/>
            <a:ext cx="4983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「完了しました」と出たら Resolve へ。エラーで止まったら「レポートを開く」で理由を確認（p.15）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で確認・仕上げ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新しくできたタイムラインを再生してチェック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2A0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904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切り替え位置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14904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映像がナレーションと合っているか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2A0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786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4048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テロップの文字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24048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誤字があれば、テロップをクリック → インスペクタの「テキスト」で直接直す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2A0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930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3192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前のタイムライン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3192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やり直しても前のタイムライン・素材は消えない。見比べて良い方を使う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2A0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074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2336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108960" y="42336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BGM・効果音は自動で下げないので、Resolve で調整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5400">
            <a:solidFill>
              <a:srgbClr val="22A0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2180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14807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51480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アプリの「レポートを開く」で警告を確認</a:t>
            </a:r>
            <a:endParaRPr lang="en-US" sz="1250" dirty="0"/>
          </a:p>
        </p:txBody>
      </p:sp>
      <p:pic>
        <p:nvPicPr>
          <p:cNvPr id="24" name="Image 0" descr="/home/user/my-first-project/tools/manual/shots/telop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554480"/>
            <a:ext cx="2743200" cy="487375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pic>
      <p:sp>
        <p:nvSpPr>
          <p:cNvPr id="25" name="Text 22"/>
          <p:cNvSpPr txBox="1"/>
          <p:nvPr/>
        </p:nvSpPr>
        <p:spPr>
          <a:xfrm>
            <a:off x="8412480" y="6464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テロップの見本（見た目はひな形しだい）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テロップのひな形を作る（最初に1回）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テロップは Resolve の Text+ で置かれ、見た目はこの「ひな形」のとおりになります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4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Text+ を置く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エディットページで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エフェクト → タイトル →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Fusionタイトル →「Text+」を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タイムラインへ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4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見た目を整える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889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インスペクタで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フォント・大きさ・色・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縁取り・位置を決める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（文字の中身は何でも OK）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201168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4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011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メディアプールへ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278892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そのクリップを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メディアプールへドラッグし、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名前を「テロップ」に変える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75320" y="397764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39776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T+  テロップ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109960" cy="868680"/>
          </a:xfrm>
          <a:prstGeom prst="roundRect">
            <a:avLst>
              <a:gd name="adj" fmla="val 12632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184648"/>
            <a:ext cx="10744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プロジェクトごとに1回だけ。ひな形がないとテロップは置かれず、レポートに警告が出ます（ほかは普通に並びます）。見た目を変えたいときは、ひな形を直して再スタート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1264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置かれたテロップは、クリックしてインスペクタの「テキスト」で文字を直せます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エラーは Resolve に置く前に止まり、画面とレポートに理由が出ます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537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表示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直し方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素材が選ばれていないシーンがあります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 の赤い行に素材を選ぶ（同じ素材を使い回しても OK）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台本の効果音 K02 のファイルがありません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④ の「効果音 K02」の行に音声を選ぶ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API キーが正しくありません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キーを貼り直す（p.5）。残高がないときも失敗します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アライメント信頼度が低い（警告）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台本と音声の文章が違う。どちらかを直す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Resolve に接続できません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Resolve の 環境設定 → システム → 一般 →「外部スクリプトに使用」を「ローカル」に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テロップのひな形「テロップ」がメディアプールにない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p.14 のひな形を作ってから、もう一度スタート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109960" cy="548640"/>
          </a:xfrm>
          <a:prstGeom prst="roundRect">
            <a:avLst>
              <a:gd name="adj" fmla="val 20000"/>
            </a:avLst>
          </a:prstGeom>
          <a:solidFill>
            <a:srgbClr val="FDEBD7"/>
          </a:solidFill>
          <a:ln w="12700">
            <a:solidFill>
              <a:srgbClr val="FDEBD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6007608"/>
            <a:ext cx="1074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わからないときは、アプリ画面（黒い欄が見えるように）を撮って Claude に送ってください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毎回の作業まとめ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475488" cy="47548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768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73736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絵コンテを PNG で作る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450592"/>
            <a:ext cx="475488" cy="47548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768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50592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「絵コンテ画像から作る…」で台本に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163824"/>
            <a:ext cx="475488" cy="47548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768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63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台本の文章でナレーション音声を作る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877056"/>
            <a:ext cx="475488" cy="47548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768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7705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素材・BGM・効果音を入れて ▶ スタート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590288"/>
            <a:ext cx="475488" cy="47548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90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768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9028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Resolve で確認・仕上げ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ツールの更新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63840" y="2240280"/>
            <a:ext cx="3840480" cy="914400"/>
          </a:xfrm>
          <a:prstGeom prst="roundRect">
            <a:avLst>
              <a:gd name="adj" fmla="val 800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235000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"G:\@Auto_Davinch-Cloude"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claude/claude-md-phase-0-qxn5wu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詳しい文章の説明：取扱説明書.md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絵コンテと台本の見本：samples\絵コンテ_iPhone</a:t>
            </a:r>
            <a:endParaRPr lang="en-US" sz="1200" dirty="0"/>
          </a:p>
        </p:txBody>
      </p:sp>
      <p:pic>
        <p:nvPicPr>
          <p:cNvPr id="22" name="Image 0" descr="/home/user/my-first-project/assets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47548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Resolve 自動配置ツール 取扱説明書</dc:title>
  <dc:subject>PptxGenJS Presentation</dc:subject>
  <dc:creator>PptxGenJS</dc:creator>
  <cp:lastModifiedBy>PptxGenJS</cp:lastModifiedBy>
  <cp:revision>1</cp:revision>
  <dcterms:created xsi:type="dcterms:W3CDTF">2026-09-27T05:28:29Z</dcterms:created>
  <dcterms:modified xsi:type="dcterms:W3CDTF">2026-09-27T05:28:29Z</dcterms:modified>
</cp:coreProperties>
</file>